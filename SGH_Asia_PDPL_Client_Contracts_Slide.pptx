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6" r:id="rId4"/>
    <p:sldMasterId id="2147483648" r:id="rId5"/>
  </p:sldMasterIdLst>
  <p:notesMasterIdLst>
    <p:notesMasterId r:id="rId20"/>
  </p:notesMasterIdLst>
  <p:sldIdLst>
    <p:sldId id="435" r:id="rId19"/>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3F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C7B018BB-80A7-4F77-B60F-C8B233D01FF8}"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EEE7283C-3CF3-47DC-8721-378D4A62B228}"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E8DD"/>
          </a:solidFill>
        </a:fill>
      </a:tcStyle>
    </a:wholeTbl>
    <a:band2H>
      <a:tcTxStyle/>
      <a:tcStyle>
        <a:tcBdr/>
        <a:fill>
          <a:solidFill>
            <a:srgbClr val="E7F4EF"/>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chemeClr val="accent1"/>
          </a:solidFill>
        </a:fill>
      </a:tcStyle>
    </a:firstRow>
  </a:tblStyle>
  <a:tblStyle styleId="{CF821DB8-F4EB-4A41-A1BA-3FCAFE7338EE}" styleName="">
    <a:tblBg/>
    <a:wholeTbl>
      <a:tcTxStyle b="off" i="off">
        <a:font>
          <a:latin typeface="Century Gothic"/>
          <a:ea typeface="Century Gothic"/>
          <a:cs typeface="Century Gothic"/>
        </a:font>
        <a:srgbClr val="1D1E2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3F3F3"/>
          </a:solidFill>
        </a:fill>
      </a:tcStyle>
    </a:band2H>
    <a:firstCol>
      <a:tcTxStyle b="on" i="off">
        <a:font>
          <a:latin typeface="Century Gothic"/>
          <a:ea typeface="Century Gothic"/>
          <a:cs typeface="Century Gothic"/>
        </a:font>
        <a:srgbClr val="F3F3F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entury Gothic"/>
          <a:ea typeface="Century Gothic"/>
          <a:cs typeface="Century Gothic"/>
        </a:font>
        <a:srgbClr val="1D1E23"/>
      </a:tcTxStyle>
      <a:tcStyle>
        <a:tcBdr>
          <a:left>
            <a:ln w="12700" cap="flat">
              <a:noFill/>
              <a:miter lim="400000"/>
            </a:ln>
          </a:left>
          <a:right>
            <a:ln w="12700" cap="flat">
              <a:noFill/>
              <a:miter lim="400000"/>
            </a:ln>
          </a:right>
          <a:top>
            <a:ln w="50800" cap="flat">
              <a:solidFill>
                <a:srgbClr val="1D1E23"/>
              </a:solidFill>
              <a:prstDash val="solid"/>
              <a:round/>
            </a:ln>
          </a:top>
          <a:bottom>
            <a:ln w="25400" cap="flat">
              <a:solidFill>
                <a:srgbClr val="1D1E23"/>
              </a:solidFill>
              <a:prstDash val="solid"/>
              <a:round/>
            </a:ln>
          </a:bottom>
          <a:insideH>
            <a:ln w="12700" cap="flat">
              <a:noFill/>
              <a:miter lim="400000"/>
            </a:ln>
          </a:insideH>
          <a:insideV>
            <a:ln w="12700" cap="flat">
              <a:noFill/>
              <a:miter lim="400000"/>
            </a:ln>
          </a:insideV>
        </a:tcBdr>
        <a:fill>
          <a:solidFill>
            <a:srgbClr val="F3F3F3"/>
          </a:solidFill>
        </a:fill>
      </a:tcStyle>
    </a:lastRow>
    <a:firstRow>
      <a:tcTxStyle b="on" i="off">
        <a:font>
          <a:latin typeface="Century Gothic"/>
          <a:ea typeface="Century Gothic"/>
          <a:cs typeface="Century Gothic"/>
        </a:font>
        <a:srgbClr val="F3F3F3"/>
      </a:tcTxStyle>
      <a:tcStyle>
        <a:tcBdr>
          <a:left>
            <a:ln w="12700" cap="flat">
              <a:noFill/>
              <a:miter lim="400000"/>
            </a:ln>
          </a:left>
          <a:right>
            <a:ln w="12700" cap="flat">
              <a:noFill/>
              <a:miter lim="400000"/>
            </a:ln>
          </a:right>
          <a:top>
            <a:ln w="25400" cap="flat">
              <a:solidFill>
                <a:srgbClr val="1D1E23"/>
              </a:solidFill>
              <a:prstDash val="solid"/>
              <a:round/>
            </a:ln>
          </a:top>
          <a:bottom>
            <a:ln w="25400" cap="flat">
              <a:solidFill>
                <a:srgbClr val="1D1E2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entury Gothic"/>
          <a:ea typeface="Century Gothic"/>
          <a:cs typeface="Century Gothic"/>
        </a:font>
        <a:srgbClr val="1D1E2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CBCBCB"/>
          </a:solidFill>
        </a:fill>
      </a:tcStyle>
    </a:wholeTbl>
    <a:band2H>
      <a:tcTxStyle/>
      <a:tcStyle>
        <a:tcBdr/>
        <a:fill>
          <a:solidFill>
            <a:srgbClr val="E7E7E7"/>
          </a:solidFill>
        </a:fill>
      </a:tcStyle>
    </a:band2H>
    <a:firstCol>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firstCol>
    <a:la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38100" cap="flat">
              <a:solidFill>
                <a:srgbClr val="F3F3F3"/>
              </a:solidFill>
              <a:prstDash val="solid"/>
              <a:round/>
            </a:ln>
          </a:top>
          <a:bottom>
            <a:ln w="127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lastRow>
    <a:firstRow>
      <a:tcTxStyle b="on" i="off">
        <a:font>
          <a:latin typeface="Century Gothic"/>
          <a:ea typeface="Century Gothic"/>
          <a:cs typeface="Century Gothic"/>
        </a:font>
        <a:srgbClr val="F3F3F3"/>
      </a:tcTxStyle>
      <a:tcStyle>
        <a:tcBdr>
          <a:left>
            <a:ln w="12700" cap="flat">
              <a:solidFill>
                <a:srgbClr val="F3F3F3"/>
              </a:solidFill>
              <a:prstDash val="solid"/>
              <a:round/>
            </a:ln>
          </a:left>
          <a:right>
            <a:ln w="12700" cap="flat">
              <a:solidFill>
                <a:srgbClr val="F3F3F3"/>
              </a:solidFill>
              <a:prstDash val="solid"/>
              <a:round/>
            </a:ln>
          </a:right>
          <a:top>
            <a:ln w="12700" cap="flat">
              <a:solidFill>
                <a:srgbClr val="F3F3F3"/>
              </a:solidFill>
              <a:prstDash val="solid"/>
              <a:round/>
            </a:ln>
          </a:top>
          <a:bottom>
            <a:ln w="38100" cap="flat">
              <a:solidFill>
                <a:srgbClr val="F3F3F3"/>
              </a:solidFill>
              <a:prstDash val="solid"/>
              <a:round/>
            </a:ln>
          </a:bottom>
          <a:insideH>
            <a:ln w="12700" cap="flat">
              <a:solidFill>
                <a:srgbClr val="F3F3F3"/>
              </a:solidFill>
              <a:prstDash val="solid"/>
              <a:round/>
            </a:ln>
          </a:insideH>
          <a:insideV>
            <a:ln w="12700" cap="flat">
              <a:solidFill>
                <a:srgbClr val="F3F3F3"/>
              </a:solidFill>
              <a:prstDash val="solid"/>
              <a:round/>
            </a:ln>
          </a:insideV>
        </a:tcBdr>
        <a:fill>
          <a:solidFill>
            <a:srgbClr val="1D1E23"/>
          </a:solidFill>
        </a:fill>
      </a:tcStyle>
    </a:firstRow>
  </a:tblStyle>
  <a:tblStyle styleId="{2708684C-4D16-4618-839F-0558EEFCDFE6}" styleName="">
    <a:tblBg/>
    <a:wholeTbl>
      <a:tcTxStyle b="off"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solidFill>
            <a:srgbClr val="1D1E23">
              <a:alpha val="20000"/>
            </a:srgbClr>
          </a:solidFill>
        </a:fill>
      </a:tcStyle>
    </a:wholeTbl>
    <a:band2H>
      <a:tcTxStyle/>
      <a:tcStyle>
        <a:tcBdr/>
        <a:fill>
          <a:solidFill>
            <a:srgbClr val="FFFFFF"/>
          </a:solidFill>
        </a:fill>
      </a:tcStyle>
    </a:band2H>
    <a:firstCol>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solidFill>
            <a:srgbClr val="1D1E23">
              <a:alpha val="20000"/>
            </a:srgbClr>
          </a:solidFill>
        </a:fill>
      </a:tcStyle>
    </a:firstCol>
    <a:lastRow>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50800" cap="flat">
              <a:solidFill>
                <a:srgbClr val="1D1E23"/>
              </a:solidFill>
              <a:prstDash val="solid"/>
              <a:round/>
            </a:ln>
          </a:top>
          <a:bottom>
            <a:ln w="127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noFill/>
        </a:fill>
      </a:tcStyle>
    </a:lastRow>
    <a:firstRow>
      <a:tcTxStyle b="on" i="off">
        <a:font>
          <a:latin typeface="Century Gothic"/>
          <a:ea typeface="Century Gothic"/>
          <a:cs typeface="Century Gothic"/>
        </a:font>
        <a:srgbClr val="1D1E23"/>
      </a:tcTxStyle>
      <a:tcStyle>
        <a:tcBdr>
          <a:left>
            <a:ln w="12700" cap="flat">
              <a:solidFill>
                <a:srgbClr val="1D1E23"/>
              </a:solidFill>
              <a:prstDash val="solid"/>
              <a:round/>
            </a:ln>
          </a:left>
          <a:right>
            <a:ln w="12700" cap="flat">
              <a:solidFill>
                <a:srgbClr val="1D1E23"/>
              </a:solidFill>
              <a:prstDash val="solid"/>
              <a:round/>
            </a:ln>
          </a:right>
          <a:top>
            <a:ln w="12700" cap="flat">
              <a:solidFill>
                <a:srgbClr val="1D1E23"/>
              </a:solidFill>
              <a:prstDash val="solid"/>
              <a:round/>
            </a:ln>
          </a:top>
          <a:bottom>
            <a:ln w="25400" cap="flat">
              <a:solidFill>
                <a:srgbClr val="1D1E23"/>
              </a:solidFill>
              <a:prstDash val="solid"/>
              <a:round/>
            </a:ln>
          </a:bottom>
          <a:insideH>
            <a:ln w="12700" cap="flat">
              <a:solidFill>
                <a:srgbClr val="1D1E23"/>
              </a:solidFill>
              <a:prstDash val="solid"/>
              <a:round/>
            </a:ln>
          </a:insideH>
          <a:insideV>
            <a:ln w="12700" cap="flat">
              <a:solidFill>
                <a:srgbClr val="1D1E2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660"/>
  </p:normalViewPr>
  <p:slideViewPr>
    <p:cSldViewPr snapToGrid="0">
      <p:cViewPr varScale="1">
        <p:scale>
          <a:sx n="185" d="100"/>
          <a:sy n="185" d="100"/>
        </p:scale>
        <p:origin x="14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7" name="Shape 147"/>
          <p:cNvSpPr>
            <a:spLocks noGrp="1" noRot="1" noChangeAspect="1"/>
          </p:cNvSpPr>
          <p:nvPr>
            <p:ph type="sldImg"/>
          </p:nvPr>
        </p:nvSpPr>
        <p:spPr>
          <a:xfrm>
            <a:off x="1143000" y="685800"/>
            <a:ext cx="4572000" cy="3429000"/>
          </a:xfrm>
          <a:prstGeom prst="rect">
            <a:avLst/>
          </a:prstGeom>
        </p:spPr>
        <p:txBody>
          <a:bodyPr/>
          <a:lstStyle/>
          <a:p>
            <a:endParaRPr/>
          </a:p>
        </p:txBody>
      </p:sp>
      <p:sp>
        <p:nvSpPr>
          <p:cNvPr id="148" name="Shape 1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Correction on scope: names, titles and signatures of signatories and project members are personal data, but processing them to form the contract rests on Art. 19.1(d) and does not trigger Art. 37. The real risk is Odoo implementation giving SGH Asia access to client personal data (Art. 2.8, 37.2(a)). Next: add Phase 2b "Commercial Client Contract PDPL Review" to the Excel plan once the three inputs arrive.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Abschnittsüberschrift">
    <p:spTree>
      <p:nvGrpSpPr>
        <p:cNvPr id="1" name=""/>
        <p:cNvGrpSpPr/>
        <p:nvPr/>
      </p:nvGrpSpPr>
      <p:grpSpPr>
        <a:xfrm>
          <a:off x="0" y="0"/>
          <a:ext cx="0" cy="0"/>
          <a:chOff x="0" y="0"/>
          <a:chExt cx="0" cy="0"/>
        </a:xfrm>
      </p:grpSpPr>
      <p:sp>
        <p:nvSpPr>
          <p:cNvPr id="16" name="Title Text"/>
          <p:cNvSpPr txBox="1">
            <a:spLocks noGrp="1"/>
          </p:cNvSpPr>
          <p:nvPr>
            <p:ph type="title"/>
          </p:nvPr>
        </p:nvSpPr>
        <p:spPr>
          <a:prstGeom prst="rect">
            <a:avLst/>
          </a:prstGeom>
        </p:spPr>
        <p:txBody>
          <a:bodyPr/>
          <a:lstStyle/>
          <a:p>
            <a:r>
              <a:t>Title Text</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8543517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2_Abschnittsüberschrift">
    <p:spTree>
      <p:nvGrpSpPr>
        <p:cNvPr id="1" name=""/>
        <p:cNvGrpSpPr/>
        <p:nvPr/>
      </p:nvGrpSpPr>
      <p:grpSpPr>
        <a:xfrm>
          <a:off x="0" y="0"/>
          <a:ext cx="0" cy="0"/>
          <a:chOff x="0" y="0"/>
          <a:chExt cx="0" cy="0"/>
        </a:xfrm>
      </p:grpSpPr>
      <p:sp>
        <p:nvSpPr>
          <p:cNvPr id="16" name="Title Text"/>
          <p:cNvSpPr txBox="1">
            <a:spLocks noGrp="1"/>
          </p:cNvSpPr>
          <p:nvPr>
            <p:ph type="title"/>
          </p:nvPr>
        </p:nvSpPr>
        <p:spPr>
          <a:prstGeom prst="rect">
            <a:avLst/>
          </a:prstGeom>
        </p:spPr>
        <p:txBody>
          <a:bodyPr/>
          <a:lstStyle/>
          <a:p>
            <a:r>
              <a:t>Title Text</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25831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638F-2473-B18E-B91A-269BE44C9AE1}"/>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9EFDF05-CC5F-F294-36DA-C8082AA2A116}"/>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5857276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elfolie">
    <p:spTree>
      <p:nvGrpSpPr>
        <p:cNvPr id="1" name=""/>
        <p:cNvGrpSpPr/>
        <p:nvPr/>
      </p:nvGrpSpPr>
      <p:grpSpPr>
        <a:xfrm>
          <a:off x="0" y="0"/>
          <a:ext cx="0" cy="0"/>
          <a:chOff x="0" y="0"/>
          <a:chExt cx="0" cy="0"/>
        </a:xfrm>
      </p:grpSpPr>
      <p:sp>
        <p:nvSpPr>
          <p:cNvPr id="24"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25"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ustom Layout">
    <p:spTree>
      <p:nvGrpSpPr>
        <p:cNvPr id="1" name=""/>
        <p:cNvGrpSpPr/>
        <p:nvPr/>
      </p:nvGrpSpPr>
      <p:grpSpPr>
        <a:xfrm>
          <a:off x="0" y="0"/>
          <a:ext cx="0" cy="0"/>
          <a:chOff x="0" y="0"/>
          <a:chExt cx="0" cy="0"/>
        </a:xfrm>
      </p:grpSpPr>
      <p:sp>
        <p:nvSpPr>
          <p:cNvPr id="3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33"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34"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1_Titelfolie">
    <p:spTree>
      <p:nvGrpSpPr>
        <p:cNvPr id="1" name=""/>
        <p:cNvGrpSpPr/>
        <p:nvPr/>
      </p:nvGrpSpPr>
      <p:grpSpPr>
        <a:xfrm>
          <a:off x="0" y="0"/>
          <a:ext cx="0" cy="0"/>
          <a:chOff x="0" y="0"/>
          <a:chExt cx="0" cy="0"/>
        </a:xfrm>
      </p:grpSpPr>
      <p:sp>
        <p:nvSpPr>
          <p:cNvPr id="41"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42"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43"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2_Titelfolie">
    <p:spTree>
      <p:nvGrpSpPr>
        <p:cNvPr id="1" name=""/>
        <p:cNvGrpSpPr/>
        <p:nvPr/>
      </p:nvGrpSpPr>
      <p:grpSpPr>
        <a:xfrm>
          <a:off x="0" y="0"/>
          <a:ext cx="0" cy="0"/>
          <a:chOff x="0" y="0"/>
          <a:chExt cx="0" cy="0"/>
        </a:xfrm>
      </p:grpSpPr>
      <p:sp>
        <p:nvSpPr>
          <p:cNvPr id="50"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51"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52"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3_Titelfolie">
    <p:spTree>
      <p:nvGrpSpPr>
        <p:cNvPr id="1" name=""/>
        <p:cNvGrpSpPr/>
        <p:nvPr/>
      </p:nvGrpSpPr>
      <p:grpSpPr>
        <a:xfrm>
          <a:off x="0" y="0"/>
          <a:ext cx="0" cy="0"/>
          <a:chOff x="0" y="0"/>
          <a:chExt cx="0" cy="0"/>
        </a:xfrm>
      </p:grpSpPr>
      <p:sp>
        <p:nvSpPr>
          <p:cNvPr id="59"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60"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61"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Inhalt mit Beschriftung">
    <p:spTree>
      <p:nvGrpSpPr>
        <p:cNvPr id="1" name=""/>
        <p:cNvGrpSpPr/>
        <p:nvPr/>
      </p:nvGrpSpPr>
      <p:grpSpPr>
        <a:xfrm>
          <a:off x="0" y="0"/>
          <a:ext cx="0" cy="0"/>
          <a:chOff x="0" y="0"/>
          <a:chExt cx="0" cy="0"/>
        </a:xfrm>
      </p:grpSpPr>
      <p:sp>
        <p:nvSpPr>
          <p:cNvPr id="137"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138" name="Title Text"/>
          <p:cNvSpPr txBox="1">
            <a:spLocks noGrp="1"/>
          </p:cNvSpPr>
          <p:nvPr>
            <p:ph type="title"/>
          </p:nvPr>
        </p:nvSpPr>
        <p:spPr>
          <a:xfrm>
            <a:off x="457201" y="204786"/>
            <a:ext cx="3008314" cy="871539"/>
          </a:xfrm>
          <a:prstGeom prst="rect">
            <a:avLst/>
          </a:prstGeom>
        </p:spPr>
        <p:txBody>
          <a:bodyPr anchor="b"/>
          <a:lstStyle>
            <a:lvl1pPr>
              <a:defRPr sz="2000" spc="79">
                <a:solidFill>
                  <a:srgbClr val="1D1E23"/>
                </a:solidFill>
              </a:defRPr>
            </a:lvl1pPr>
          </a:lstStyle>
          <a:p>
            <a:r>
              <a:t>Title Text</a:t>
            </a:r>
          </a:p>
        </p:txBody>
      </p:sp>
      <p:sp>
        <p:nvSpPr>
          <p:cNvPr id="139" name="Body Level One…"/>
          <p:cNvSpPr txBox="1">
            <a:spLocks noGrp="1"/>
          </p:cNvSpPr>
          <p:nvPr>
            <p:ph type="body" idx="1"/>
          </p:nvPr>
        </p:nvSpPr>
        <p:spPr>
          <a:xfrm>
            <a:off x="3575050" y="204788"/>
            <a:ext cx="5111750" cy="438983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0" name="Textplatzhalter 3"/>
          <p:cNvSpPr>
            <a:spLocks noGrp="1"/>
          </p:cNvSpPr>
          <p:nvPr>
            <p:ph type="body" sz="half" idx="21"/>
          </p:nvPr>
        </p:nvSpPr>
        <p:spPr>
          <a:xfrm>
            <a:off x="457200" y="1076326"/>
            <a:ext cx="3008315" cy="3518297"/>
          </a:xfrm>
          <a:prstGeom prst="rect">
            <a:avLst/>
          </a:prstGeom>
        </p:spPr>
        <p:txBody>
          <a:bodyPr/>
          <a:lstStyle/>
          <a:p>
            <a:pPr marL="0" indent="0">
              <a:spcBef>
                <a:spcPts val="300"/>
              </a:spcBef>
              <a:buClrTx/>
              <a:buSzTx/>
              <a:buNone/>
              <a:defRPr sz="1400" spc="0"/>
            </a:pPr>
            <a:endParaRPr/>
          </a:p>
        </p:txBody>
      </p:sp>
      <p:sp>
        <p:nvSpPr>
          <p:cNvPr id="141" name="Slide Number"/>
          <p:cNvSpPr txBox="1">
            <a:spLocks noGrp="1"/>
          </p:cNvSpPr>
          <p:nvPr>
            <p:ph type="sldNum" sz="quarter" idx="2"/>
          </p:nvPr>
        </p:nvSpPr>
        <p:spPr>
          <a:xfrm>
            <a:off x="8413144" y="4769564"/>
            <a:ext cx="273657" cy="26924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4_Titelfolie">
    <p:spTree>
      <p:nvGrpSpPr>
        <p:cNvPr id="1" name=""/>
        <p:cNvGrpSpPr/>
        <p:nvPr/>
      </p:nvGrpSpPr>
      <p:grpSpPr>
        <a:xfrm>
          <a:off x="0" y="0"/>
          <a:ext cx="0" cy="0"/>
          <a:chOff x="0" y="0"/>
          <a:chExt cx="0" cy="0"/>
        </a:xfrm>
      </p:grpSpPr>
      <p:sp>
        <p:nvSpPr>
          <p:cNvPr id="68"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pic>
        <p:nvPicPr>
          <p:cNvPr id="69" name="Picture 2" descr="Picture 2"/>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70" name="Slide Number"/>
          <p:cNvSpPr txBox="1">
            <a:spLocks noGrp="1"/>
          </p:cNvSpPr>
          <p:nvPr>
            <p:ph type="sldNum" sz="quarter" idx="2"/>
          </p:nvPr>
        </p:nvSpPr>
        <p:spPr>
          <a:xfrm>
            <a:off x="4419600" y="4627562"/>
            <a:ext cx="2133600" cy="279401"/>
          </a:xfrm>
          <a:prstGeom prst="rect">
            <a:avLst/>
          </a:prstGeom>
        </p:spPr>
        <p:txBody>
          <a:bodyPr/>
          <a:lstStyle>
            <a:lvl1pPr algn="r">
              <a:defRPr>
                <a:solidFill>
                  <a:srgbClr val="89898A"/>
                </a:solidFill>
                <a:latin typeface="CooperHewitt-Light"/>
                <a:ea typeface="CooperHewitt-Light"/>
                <a:cs typeface="CooperHewitt-Light"/>
                <a:sym typeface="CooperHewitt-Light"/>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1_Custom Layout">
    <p:spTree>
      <p:nvGrpSpPr>
        <p:cNvPr id="1" name=""/>
        <p:cNvGrpSpPr/>
        <p:nvPr/>
      </p:nvGrpSpPr>
      <p:grpSpPr>
        <a:xfrm>
          <a:off x="0" y="0"/>
          <a:ext cx="0" cy="0"/>
          <a:chOff x="0" y="0"/>
          <a:chExt cx="0" cy="0"/>
        </a:xfrm>
      </p:grpSpPr>
      <p:pic>
        <p:nvPicPr>
          <p:cNvPr id="77"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grpSp>
        <p:nvGrpSpPr>
          <p:cNvPr id="80" name="Group"/>
          <p:cNvGrpSpPr/>
          <p:nvPr/>
        </p:nvGrpSpPr>
        <p:grpSpPr>
          <a:xfrm>
            <a:off x="8497951" y="1"/>
            <a:ext cx="663915" cy="5143501"/>
            <a:chOff x="0" y="0"/>
            <a:chExt cx="663914" cy="5143500"/>
          </a:xfrm>
        </p:grpSpPr>
        <p:sp>
          <p:nvSpPr>
            <p:cNvPr id="78"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79"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81" name="Picture 2" descr="Picture 2"/>
          <p:cNvPicPr>
            <a:picLocks noChangeAspect="1"/>
          </p:cNvPicPr>
          <p:nvPr/>
        </p:nvPicPr>
        <p:blipFill>
          <a:blip r:embed="rId4"/>
          <a:stretch>
            <a:fillRect/>
          </a:stretch>
        </p:blipFill>
        <p:spPr>
          <a:xfrm>
            <a:off x="728420" y="1491470"/>
            <a:ext cx="2162015" cy="2160560"/>
          </a:xfrm>
          <a:prstGeom prst="rect">
            <a:avLst/>
          </a:prstGeom>
          <a:ln w="12700">
            <a:miter lim="400000"/>
          </a:ln>
        </p:spPr>
      </p:pic>
      <p:sp>
        <p:nvSpPr>
          <p:cNvPr id="82"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2_Custom Layout">
    <p:spTree>
      <p:nvGrpSpPr>
        <p:cNvPr id="1" name=""/>
        <p:cNvGrpSpPr/>
        <p:nvPr/>
      </p:nvGrpSpPr>
      <p:grpSpPr>
        <a:xfrm>
          <a:off x="0" y="0"/>
          <a:ext cx="0" cy="0"/>
          <a:chOff x="0" y="0"/>
          <a:chExt cx="0" cy="0"/>
        </a:xfrm>
      </p:grpSpPr>
      <p:pic>
        <p:nvPicPr>
          <p:cNvPr id="89" name="Picture 6" descr="Picture 6"/>
          <p:cNvPicPr>
            <a:picLocks noChangeAspect="1"/>
          </p:cNvPicPr>
          <p:nvPr/>
        </p:nvPicPr>
        <p:blipFill>
          <a:blip r:embed="rId2"/>
          <a:stretch>
            <a:fillRect/>
          </a:stretch>
        </p:blipFill>
        <p:spPr>
          <a:xfrm>
            <a:off x="0" y="0"/>
            <a:ext cx="9161861" cy="5143500"/>
          </a:xfrm>
          <a:prstGeom prst="rect">
            <a:avLst/>
          </a:prstGeom>
          <a:ln w="12700">
            <a:miter lim="400000"/>
          </a:ln>
        </p:spPr>
      </p:pic>
      <p:grpSp>
        <p:nvGrpSpPr>
          <p:cNvPr id="92" name="Group"/>
          <p:cNvGrpSpPr/>
          <p:nvPr/>
        </p:nvGrpSpPr>
        <p:grpSpPr>
          <a:xfrm>
            <a:off x="8497951" y="1"/>
            <a:ext cx="663915" cy="5143501"/>
            <a:chOff x="0" y="0"/>
            <a:chExt cx="663914" cy="5143500"/>
          </a:xfrm>
        </p:grpSpPr>
        <p:sp>
          <p:nvSpPr>
            <p:cNvPr id="90"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91"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93" name="Picture 2" descr="Picture 2"/>
          <p:cNvPicPr>
            <a:picLocks noChangeAspect="1"/>
          </p:cNvPicPr>
          <p:nvPr/>
        </p:nvPicPr>
        <p:blipFill>
          <a:blip r:embed="rId4"/>
          <a:stretch>
            <a:fillRect/>
          </a:stretch>
        </p:blipFill>
        <p:spPr>
          <a:xfrm>
            <a:off x="716796" y="1491470"/>
            <a:ext cx="2158140" cy="2160560"/>
          </a:xfrm>
          <a:prstGeom prst="rect">
            <a:avLst/>
          </a:prstGeom>
          <a:ln w="12700">
            <a:miter lim="400000"/>
          </a:ln>
        </p:spPr>
      </p:pic>
      <p:sp>
        <p:nvSpPr>
          <p:cNvPr id="94"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6_Titelfolie">
    <p:spTree>
      <p:nvGrpSpPr>
        <p:cNvPr id="1" name=""/>
        <p:cNvGrpSpPr/>
        <p:nvPr/>
      </p:nvGrpSpPr>
      <p:grpSpPr>
        <a:xfrm>
          <a:off x="0" y="0"/>
          <a:ext cx="0" cy="0"/>
          <a:chOff x="0" y="0"/>
          <a:chExt cx="0" cy="0"/>
        </a:xfrm>
      </p:grpSpPr>
      <p:pic>
        <p:nvPicPr>
          <p:cNvPr id="101" name="Picture 7" descr="Picture 7"/>
          <p:cNvPicPr>
            <a:picLocks noChangeAspect="1"/>
          </p:cNvPicPr>
          <p:nvPr/>
        </p:nvPicPr>
        <p:blipFill>
          <a:blip r:embed="rId2"/>
          <a:stretch>
            <a:fillRect/>
          </a:stretch>
        </p:blipFill>
        <p:spPr>
          <a:xfrm>
            <a:off x="0" y="0"/>
            <a:ext cx="9161861" cy="5143500"/>
          </a:xfrm>
          <a:prstGeom prst="rect">
            <a:avLst/>
          </a:prstGeom>
          <a:ln w="12700">
            <a:miter lim="400000"/>
          </a:ln>
        </p:spPr>
      </p:pic>
      <p:grpSp>
        <p:nvGrpSpPr>
          <p:cNvPr id="104" name="Group"/>
          <p:cNvGrpSpPr/>
          <p:nvPr/>
        </p:nvGrpSpPr>
        <p:grpSpPr>
          <a:xfrm>
            <a:off x="8497951" y="1"/>
            <a:ext cx="663915" cy="5143501"/>
            <a:chOff x="0" y="0"/>
            <a:chExt cx="663914" cy="5143500"/>
          </a:xfrm>
        </p:grpSpPr>
        <p:sp>
          <p:nvSpPr>
            <p:cNvPr id="102"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103"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105" name="Picture 3" descr="Picture 3"/>
          <p:cNvPicPr>
            <a:picLocks noChangeAspect="1"/>
          </p:cNvPicPr>
          <p:nvPr/>
        </p:nvPicPr>
        <p:blipFill>
          <a:blip r:embed="rId4"/>
          <a:stretch>
            <a:fillRect/>
          </a:stretch>
        </p:blipFill>
        <p:spPr>
          <a:xfrm>
            <a:off x="724547" y="1491470"/>
            <a:ext cx="2165888" cy="2160560"/>
          </a:xfrm>
          <a:prstGeom prst="rect">
            <a:avLst/>
          </a:prstGeom>
          <a:ln w="12700">
            <a:miter lim="400000"/>
          </a:ln>
        </p:spPr>
      </p:pic>
      <p:sp>
        <p:nvSpPr>
          <p:cNvPr id="106"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7_Titelfolie">
    <p:spTree>
      <p:nvGrpSpPr>
        <p:cNvPr id="1" name=""/>
        <p:cNvGrpSpPr/>
        <p:nvPr/>
      </p:nvGrpSpPr>
      <p:grpSpPr>
        <a:xfrm>
          <a:off x="0" y="0"/>
          <a:ext cx="0" cy="0"/>
          <a:chOff x="0" y="0"/>
          <a:chExt cx="0" cy="0"/>
        </a:xfrm>
      </p:grpSpPr>
      <p:pic>
        <p:nvPicPr>
          <p:cNvPr id="113" name="Picture 7" descr="Picture 7"/>
          <p:cNvPicPr>
            <a:picLocks noChangeAspect="1"/>
          </p:cNvPicPr>
          <p:nvPr/>
        </p:nvPicPr>
        <p:blipFill>
          <a:blip r:embed="rId2"/>
          <a:stretch>
            <a:fillRect/>
          </a:stretch>
        </p:blipFill>
        <p:spPr>
          <a:xfrm>
            <a:off x="0" y="0"/>
            <a:ext cx="9144000" cy="5143500"/>
          </a:xfrm>
          <a:prstGeom prst="rect">
            <a:avLst/>
          </a:prstGeom>
          <a:ln w="12700">
            <a:miter lim="400000"/>
          </a:ln>
        </p:spPr>
      </p:pic>
      <p:grpSp>
        <p:nvGrpSpPr>
          <p:cNvPr id="116" name="Group"/>
          <p:cNvGrpSpPr/>
          <p:nvPr/>
        </p:nvGrpSpPr>
        <p:grpSpPr>
          <a:xfrm>
            <a:off x="8497951" y="1"/>
            <a:ext cx="663915" cy="5143501"/>
            <a:chOff x="0" y="0"/>
            <a:chExt cx="663914" cy="5143500"/>
          </a:xfrm>
        </p:grpSpPr>
        <p:sp>
          <p:nvSpPr>
            <p:cNvPr id="114" name="Rectangle 4"/>
            <p:cNvSpPr/>
            <p:nvPr/>
          </p:nvSpPr>
          <p:spPr>
            <a:xfrm>
              <a:off x="0" y="0"/>
              <a:ext cx="663915" cy="5143500"/>
            </a:xfrm>
            <a:prstGeom prst="rect">
              <a:avLst/>
            </a:prstGeom>
            <a:solidFill>
              <a:srgbClr val="3D3F6E"/>
            </a:solidFill>
            <a:ln w="12700" cap="flat">
              <a:noFill/>
              <a:miter lim="400000"/>
            </a:ln>
            <a:effectLst/>
          </p:spPr>
          <p:txBody>
            <a:bodyPr wrap="square" lIns="45719" tIns="45719" rIns="45719" bIns="45719" numCol="1" anchor="ctr">
              <a:noAutofit/>
            </a:bodyPr>
            <a:lstStyle/>
            <a:p>
              <a:pPr algn="ctr">
                <a:defRPr>
                  <a:solidFill>
                    <a:srgbClr val="F3F3F3"/>
                  </a:solidFill>
                </a:defRPr>
              </a:pPr>
              <a:endParaRPr/>
            </a:p>
          </p:txBody>
        </p:sp>
        <p:pic>
          <p:nvPicPr>
            <p:cNvPr id="115" name="Image" descr="Image"/>
            <p:cNvPicPr>
              <a:picLocks noChangeAspect="1"/>
            </p:cNvPicPr>
            <p:nvPr/>
          </p:nvPicPr>
          <p:blipFill>
            <a:blip r:embed="rId3"/>
            <a:stretch>
              <a:fillRect/>
            </a:stretch>
          </p:blipFill>
          <p:spPr>
            <a:xfrm>
              <a:off x="80726" y="196294"/>
              <a:ext cx="502463" cy="309476"/>
            </a:xfrm>
            <a:prstGeom prst="rect">
              <a:avLst/>
            </a:prstGeom>
            <a:ln w="12700" cap="flat">
              <a:noFill/>
              <a:miter lim="400000"/>
            </a:ln>
            <a:effectLst/>
          </p:spPr>
        </p:pic>
      </p:grpSp>
      <p:pic>
        <p:nvPicPr>
          <p:cNvPr id="117" name="Picture 3" descr="Picture 3"/>
          <p:cNvPicPr>
            <a:picLocks noChangeAspect="1"/>
          </p:cNvPicPr>
          <p:nvPr/>
        </p:nvPicPr>
        <p:blipFill>
          <a:blip r:embed="rId4"/>
          <a:stretch>
            <a:fillRect/>
          </a:stretch>
        </p:blipFill>
        <p:spPr>
          <a:xfrm>
            <a:off x="720673" y="1491470"/>
            <a:ext cx="2162014" cy="2160560"/>
          </a:xfrm>
          <a:prstGeom prst="rect">
            <a:avLst/>
          </a:prstGeom>
          <a:ln w="12700">
            <a:miter lim="400000"/>
          </a:ln>
        </p:spPr>
      </p:pic>
      <p:sp>
        <p:nvSpPr>
          <p:cNvPr id="118" name="Slide Number"/>
          <p:cNvSpPr txBox="1">
            <a:spLocks noGrp="1"/>
          </p:cNvSpPr>
          <p:nvPr>
            <p:ph type="sldNum" sz="quarter" idx="2"/>
          </p:nvPr>
        </p:nvSpPr>
        <p:spPr>
          <a:xfrm>
            <a:off x="8702186" y="4820860"/>
            <a:ext cx="256414" cy="252616"/>
          </a:xfrm>
          <a:prstGeom prst="rect">
            <a:avLst/>
          </a:prstGeom>
        </p:spPr>
        <p:txBody>
          <a:bodyPr/>
          <a:lstStyle>
            <a:lvl1pPr>
              <a:defRPr sz="1100">
                <a:latin typeface="PT Sans"/>
                <a:ea typeface="PT Sans"/>
                <a:cs typeface="PT Sans"/>
                <a:sym typeface="PT Sans"/>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theme" Target="../theme/theme2.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3" name="Title Text"/>
          <p:cNvSpPr txBox="1">
            <a:spLocks noGrp="1"/>
          </p:cNvSpPr>
          <p:nvPr>
            <p:ph type="title"/>
          </p:nvPr>
        </p:nvSpPr>
        <p:spPr>
          <a:xfrm>
            <a:off x="535570" y="199209"/>
            <a:ext cx="7357752" cy="663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Rectangle 11"/>
          <p:cNvSpPr/>
          <p:nvPr/>
        </p:nvSpPr>
        <p:spPr>
          <a:xfrm>
            <a:off x="8497951" y="1"/>
            <a:ext cx="663915" cy="5143501"/>
          </a:xfrm>
          <a:prstGeom prst="rect">
            <a:avLst/>
          </a:prstGeom>
          <a:solidFill>
            <a:srgbClr val="3B3678"/>
          </a:solidFill>
          <a:ln w="12700">
            <a:miter lim="400000"/>
          </a:ln>
        </p:spPr>
        <p:txBody>
          <a:bodyPr lIns="45719" rIns="45719" anchor="ctr"/>
          <a:lstStyle/>
          <a:p>
            <a:pPr algn="ctr">
              <a:defRPr>
                <a:solidFill>
                  <a:srgbClr val="F3F3F3"/>
                </a:solidFill>
              </a:defRPr>
            </a:pPr>
            <a:endParaRPr/>
          </a:p>
        </p:txBody>
      </p:sp>
      <p:sp>
        <p:nvSpPr>
          <p:cNvPr id="5" name="Slide Number Placeholder 5"/>
          <p:cNvSpPr txBox="1"/>
          <p:nvPr/>
        </p:nvSpPr>
        <p:spPr>
          <a:xfrm>
            <a:off x="8600075" y="4820860"/>
            <a:ext cx="460637" cy="252616"/>
          </a:xfrm>
          <a:prstGeom prst="rect">
            <a:avLst/>
          </a:prstGeom>
          <a:ln w="12700">
            <a:miter lim="400000"/>
          </a:ln>
        </p:spPr>
        <p:txBody>
          <a:bodyPr lIns="45719" rIns="45719" anchor="ctr">
            <a:spAutoFit/>
          </a:bodyPr>
          <a:lstStyle/>
          <a:p>
            <a:pPr algn="ctr">
              <a:defRPr sz="1100">
                <a:solidFill>
                  <a:srgbClr val="F3F3F3"/>
                </a:solidFill>
                <a:latin typeface="PT Sans"/>
                <a:ea typeface="PT Sans"/>
                <a:cs typeface="PT Sans"/>
                <a:sym typeface="PT Sans"/>
              </a:defRPr>
            </a:pPr>
            <a:endParaRPr/>
          </a:p>
        </p:txBody>
      </p:sp>
      <p:sp>
        <p:nvSpPr>
          <p:cNvPr id="6" name="Straight Connector 15"/>
          <p:cNvSpPr/>
          <p:nvPr/>
        </p:nvSpPr>
        <p:spPr>
          <a:xfrm>
            <a:off x="153823" y="811850"/>
            <a:ext cx="1051135" cy="1"/>
          </a:xfrm>
          <a:prstGeom prst="line">
            <a:avLst/>
          </a:prstGeom>
          <a:ln w="12700">
            <a:solidFill>
              <a:schemeClr val="accent1"/>
            </a:solidFill>
          </a:ln>
        </p:spPr>
        <p:txBody>
          <a:bodyPr lIns="45719" rIns="45719"/>
          <a:lstStyle/>
          <a:p>
            <a:endParaRPr/>
          </a:p>
        </p:txBody>
      </p:sp>
      <p:sp>
        <p:nvSpPr>
          <p:cNvPr id="8"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994391" y="6037580"/>
            <a:ext cx="260030" cy="281941"/>
          </a:xfrm>
          <a:prstGeom prst="rect">
            <a:avLst/>
          </a:prstGeom>
          <a:ln w="12700">
            <a:miter lim="400000"/>
          </a:ln>
        </p:spPr>
        <p:txBody>
          <a:bodyPr wrap="none" lIns="45719" rIns="45719" anchor="ctr">
            <a:spAutoFit/>
          </a:bodyPr>
          <a:lstStyle>
            <a:lvl1pPr algn="ctr">
              <a:defRPr sz="1200">
                <a:solidFill>
                  <a:srgbClr val="F3F3F3"/>
                </a:solidFill>
                <a:latin typeface="Montserrat Thin Regular"/>
                <a:ea typeface="Montserrat Thin Regular"/>
                <a:cs typeface="Montserrat Thin Regular"/>
                <a:sym typeface="Montserrat Thin Regular"/>
              </a:defRPr>
            </a:lvl1pPr>
          </a:lstStyle>
          <a:p>
            <a:fld id="{86CB4B4D-7CA3-9044-876B-883B54F8677D}" type="slidenum">
              <a:t>‹#›</a:t>
            </a:fld>
            <a:endParaRPr/>
          </a:p>
        </p:txBody>
      </p:sp>
      <p:pic>
        <p:nvPicPr>
          <p:cNvPr id="15" name="Picture 14">
            <a:extLst>
              <a:ext uri="{FF2B5EF4-FFF2-40B4-BE49-F238E27FC236}">
                <a16:creationId xmlns:a16="http://schemas.microsoft.com/office/drawing/2014/main" id="{91F89D20-AD04-C5B6-2ADA-4A310EB9D6F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564107" y="170244"/>
            <a:ext cx="535362" cy="535362"/>
          </a:xfrm>
          <a:prstGeom prst="rect">
            <a:avLst/>
          </a:prstGeom>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Lst>
  <p:transition spd="med"/>
  <p:txStyles>
    <p:titleStyle>
      <a:lvl1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1pPr>
      <a:lvl2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2pPr>
      <a:lvl3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3pPr>
      <a:lvl4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4pPr>
      <a:lvl5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5pPr>
      <a:lvl6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6pPr>
      <a:lvl7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7pPr>
      <a:lvl8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8pPr>
      <a:lvl9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9pPr>
    </p:titleStyle>
    <p:bodyStyle>
      <a:lvl1pPr marL="342900" marR="0" indent="-3429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1pPr>
      <a:lvl2pPr marL="783771" marR="0" indent="-326571"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2pPr>
      <a:lvl3pPr marL="1219200" marR="0" indent="-3048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3pPr>
      <a:lvl4pPr marL="17373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4pPr>
      <a:lvl5pPr marL="21945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5pPr>
      <a:lvl6pPr marL="26517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6pPr>
      <a:lvl7pPr marL="31089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7pPr>
      <a:lvl8pPr marL="35661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8pPr>
      <a:lvl9pPr marL="40233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9pPr>
    </p:bodyStyle>
    <p:otherStyle>
      <a:lvl1pPr marL="0" marR="0" indent="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1pPr>
      <a:lvl2pPr marL="0" marR="0" indent="457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2pPr>
      <a:lvl3pPr marL="0" marR="0" indent="914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3pPr>
      <a:lvl4pPr marL="0" marR="0" indent="1371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4pPr>
      <a:lvl5pPr marL="0" marR="0" indent="18288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5pPr>
      <a:lvl6pPr marL="0" marR="0" indent="22860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6pPr>
      <a:lvl7pPr marL="0" marR="0" indent="2743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7pPr>
      <a:lvl8pPr marL="0" marR="0" indent="3200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8pPr>
      <a:lvl9pPr marL="0" marR="0" indent="3657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sp>
        <p:nvSpPr>
          <p:cNvPr id="2" name="Rechteck 6"/>
          <p:cNvSpPr/>
          <p:nvPr/>
        </p:nvSpPr>
        <p:spPr>
          <a:xfrm>
            <a:off x="8976776" y="0"/>
            <a:ext cx="176919" cy="5143500"/>
          </a:xfrm>
          <a:prstGeom prst="rect">
            <a:avLst/>
          </a:prstGeom>
          <a:solidFill>
            <a:srgbClr val="2C295A"/>
          </a:solidFill>
          <a:ln w="12700">
            <a:miter lim="400000"/>
          </a:ln>
        </p:spPr>
        <p:txBody>
          <a:bodyPr lIns="45719" rIns="45719" anchor="ctr"/>
          <a:lstStyle/>
          <a:p>
            <a:pPr algn="ctr">
              <a:defRPr>
                <a:solidFill>
                  <a:srgbClr val="F3F3F3"/>
                </a:solidFill>
              </a:defRPr>
            </a:pPr>
            <a:endParaRPr/>
          </a:p>
        </p:txBody>
      </p:sp>
      <p:sp>
        <p:nvSpPr>
          <p:cNvPr id="3" name="Title Text"/>
          <p:cNvSpPr txBox="1">
            <a:spLocks noGrp="1"/>
          </p:cNvSpPr>
          <p:nvPr>
            <p:ph type="title"/>
          </p:nvPr>
        </p:nvSpPr>
        <p:spPr>
          <a:xfrm>
            <a:off x="535570" y="199209"/>
            <a:ext cx="7357752" cy="663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Rectangle 11"/>
          <p:cNvSpPr/>
          <p:nvPr/>
        </p:nvSpPr>
        <p:spPr>
          <a:xfrm>
            <a:off x="8497951" y="1"/>
            <a:ext cx="663915" cy="5143501"/>
          </a:xfrm>
          <a:prstGeom prst="rect">
            <a:avLst/>
          </a:prstGeom>
          <a:solidFill>
            <a:srgbClr val="3B3678"/>
          </a:solidFill>
          <a:ln w="12700">
            <a:miter lim="400000"/>
          </a:ln>
        </p:spPr>
        <p:txBody>
          <a:bodyPr lIns="45719" rIns="45719" anchor="ctr"/>
          <a:lstStyle/>
          <a:p>
            <a:pPr algn="ctr">
              <a:defRPr>
                <a:solidFill>
                  <a:srgbClr val="F3F3F3"/>
                </a:solidFill>
              </a:defRPr>
            </a:pPr>
            <a:endParaRPr/>
          </a:p>
        </p:txBody>
      </p:sp>
      <p:sp>
        <p:nvSpPr>
          <p:cNvPr id="5" name="Slide Number Placeholder 5"/>
          <p:cNvSpPr txBox="1"/>
          <p:nvPr/>
        </p:nvSpPr>
        <p:spPr>
          <a:xfrm>
            <a:off x="8600075" y="4820860"/>
            <a:ext cx="460637" cy="252616"/>
          </a:xfrm>
          <a:prstGeom prst="rect">
            <a:avLst/>
          </a:prstGeom>
          <a:ln w="12700">
            <a:miter lim="400000"/>
          </a:ln>
        </p:spPr>
        <p:txBody>
          <a:bodyPr lIns="45719" rIns="45719" anchor="ctr">
            <a:spAutoFit/>
          </a:bodyPr>
          <a:lstStyle/>
          <a:p>
            <a:pPr algn="ctr">
              <a:defRPr sz="1100">
                <a:solidFill>
                  <a:srgbClr val="F3F3F3"/>
                </a:solidFill>
                <a:latin typeface="PT Sans"/>
                <a:ea typeface="PT Sans"/>
                <a:cs typeface="PT Sans"/>
                <a:sym typeface="PT Sans"/>
              </a:defRPr>
            </a:pPr>
            <a:endParaRPr/>
          </a:p>
        </p:txBody>
      </p:sp>
      <p:sp>
        <p:nvSpPr>
          <p:cNvPr id="6" name="Straight Connector 15"/>
          <p:cNvSpPr/>
          <p:nvPr/>
        </p:nvSpPr>
        <p:spPr>
          <a:xfrm>
            <a:off x="153823" y="811850"/>
            <a:ext cx="1051135" cy="1"/>
          </a:xfrm>
          <a:prstGeom prst="line">
            <a:avLst/>
          </a:prstGeom>
          <a:ln w="12700">
            <a:solidFill>
              <a:schemeClr val="accent1"/>
            </a:solidFill>
          </a:ln>
        </p:spPr>
        <p:txBody>
          <a:bodyPr lIns="45719" rIns="45719"/>
          <a:lstStyle/>
          <a:p>
            <a:endParaRPr/>
          </a:p>
        </p:txBody>
      </p:sp>
      <p:sp>
        <p:nvSpPr>
          <p:cNvPr id="8"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lide Number"/>
          <p:cNvSpPr txBox="1">
            <a:spLocks noGrp="1"/>
          </p:cNvSpPr>
          <p:nvPr>
            <p:ph type="sldNum" sz="quarter" idx="2"/>
          </p:nvPr>
        </p:nvSpPr>
        <p:spPr>
          <a:xfrm>
            <a:off x="10994391" y="6037580"/>
            <a:ext cx="260030" cy="281941"/>
          </a:xfrm>
          <a:prstGeom prst="rect">
            <a:avLst/>
          </a:prstGeom>
          <a:ln w="12700">
            <a:miter lim="400000"/>
          </a:ln>
        </p:spPr>
        <p:txBody>
          <a:bodyPr wrap="none" lIns="45719" rIns="45719" anchor="ctr">
            <a:spAutoFit/>
          </a:bodyPr>
          <a:lstStyle>
            <a:lvl1pPr algn="ctr">
              <a:defRPr sz="1200">
                <a:solidFill>
                  <a:srgbClr val="F3F3F3"/>
                </a:solidFill>
                <a:latin typeface="Montserrat Thin Regular"/>
                <a:ea typeface="Montserrat Thin Regular"/>
                <a:cs typeface="Montserrat Thin Regular"/>
                <a:sym typeface="Montserrat Thin Regular"/>
              </a:defRPr>
            </a:lvl1pPr>
          </a:lstStyle>
          <a:p>
            <a:fld id="{86CB4B4D-7CA3-9044-876B-883B54F8677D}" type="slidenum">
              <a:t>‹#›</a:t>
            </a:fld>
            <a:endParaRPr/>
          </a:p>
        </p:txBody>
      </p:sp>
      <p:pic>
        <p:nvPicPr>
          <p:cNvPr id="15" name="Picture 14">
            <a:extLst>
              <a:ext uri="{FF2B5EF4-FFF2-40B4-BE49-F238E27FC236}">
                <a16:creationId xmlns:a16="http://schemas.microsoft.com/office/drawing/2014/main" id="{91F89D20-AD04-C5B6-2ADA-4A310EB9D6F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564107" y="170244"/>
            <a:ext cx="535362" cy="535362"/>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ransition spd="med"/>
  <p:txStyles>
    <p:titleStyle>
      <a:lvl1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1pPr>
      <a:lvl2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2pPr>
      <a:lvl3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3pPr>
      <a:lvl4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4pPr>
      <a:lvl5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5pPr>
      <a:lvl6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6pPr>
      <a:lvl7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7pPr>
      <a:lvl8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8pPr>
      <a:lvl9pPr marL="0" marR="0" indent="0" algn="l" defTabSz="457200" rtl="0" latinLnBrk="0">
        <a:lnSpc>
          <a:spcPct val="100000"/>
        </a:lnSpc>
        <a:spcBef>
          <a:spcPts val="0"/>
        </a:spcBef>
        <a:spcAft>
          <a:spcPts val="0"/>
        </a:spcAft>
        <a:buClrTx/>
        <a:buSzTx/>
        <a:buFontTx/>
        <a:buNone/>
        <a:tabLst/>
        <a:defRPr sz="2400" b="1" i="0" u="none" strike="noStrike" cap="none" spc="80" baseline="0">
          <a:solidFill>
            <a:srgbClr val="3B3678"/>
          </a:solidFill>
          <a:uFillTx/>
          <a:latin typeface="Open Sans"/>
          <a:ea typeface="Open Sans"/>
          <a:cs typeface="Open Sans"/>
          <a:sym typeface="Open Sans"/>
        </a:defRPr>
      </a:lvl9pPr>
    </p:titleStyle>
    <p:bodyStyle>
      <a:lvl1pPr marL="342900" marR="0" indent="-3429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1pPr>
      <a:lvl2pPr marL="783771" marR="0" indent="-326571"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2pPr>
      <a:lvl3pPr marL="1219200" marR="0" indent="-30480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3pPr>
      <a:lvl4pPr marL="17373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4pPr>
      <a:lvl5pPr marL="21945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5pPr>
      <a:lvl6pPr marL="26517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6pPr>
      <a:lvl7pPr marL="3108960" marR="0" indent="-365760"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7pPr>
      <a:lvl8pPr marL="35661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8pPr>
      <a:lvl9pPr marL="4023359" marR="0" indent="-365759" algn="l" defTabSz="457200" rtl="0" latinLnBrk="0">
        <a:lnSpc>
          <a:spcPct val="100000"/>
        </a:lnSpc>
        <a:spcBef>
          <a:spcPts val="700"/>
        </a:spcBef>
        <a:spcAft>
          <a:spcPts val="0"/>
        </a:spcAft>
        <a:buClr>
          <a:srgbClr val="1D1E23"/>
        </a:buClr>
        <a:buSzPct val="100000"/>
        <a:buFontTx/>
        <a:buChar char="•"/>
        <a:tabLst/>
        <a:defRPr sz="3200" b="0" i="0" u="none" strike="noStrike" cap="none" spc="30" baseline="0">
          <a:solidFill>
            <a:srgbClr val="1D1E23"/>
          </a:solidFill>
          <a:uFillTx/>
          <a:latin typeface="PT Sans"/>
          <a:ea typeface="PT Sans"/>
          <a:cs typeface="PT Sans"/>
          <a:sym typeface="PT Sans"/>
        </a:defRPr>
      </a:lvl9pPr>
    </p:bodyStyle>
    <p:otherStyle>
      <a:lvl1pPr marL="0" marR="0" indent="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1pPr>
      <a:lvl2pPr marL="0" marR="0" indent="457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2pPr>
      <a:lvl3pPr marL="0" marR="0" indent="914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3pPr>
      <a:lvl4pPr marL="0" marR="0" indent="1371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4pPr>
      <a:lvl5pPr marL="0" marR="0" indent="18288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5pPr>
      <a:lvl6pPr marL="0" marR="0" indent="22860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6pPr>
      <a:lvl7pPr marL="0" marR="0" indent="27432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7pPr>
      <a:lvl8pPr marL="0" marR="0" indent="32004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8pPr>
      <a:lvl9pPr marL="0" marR="0" indent="3657600" algn="ct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Montserrat Thin Regular"/>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Client Contracts: When a DPA Is Required</a:t>
            </a:r>
          </a:p>
        </p:txBody>
      </p:sp>
      <p:sp>
        <p:nvSpPr>
          <p:cNvPr id="3" name="Subtitle"/>
          <p:cNvSpPr txBox="1"/>
          <p:nvPr/>
        </p:nvSpPr>
        <p:spPr>
          <a:xfrm>
            <a:off x="621792" y="914400"/>
            <a:ext cx="7863840" cy="274320"/>
          </a:xfrm>
          <a:prstGeom prst="rect">
            <a:avLst/>
          </a:prstGeom>
          <a:noFill/>
        </p:spPr>
        <p:txBody>
          <a:bodyPr wrap="square" lIns="0" rIns="0" tIns="0" bIns="0" anchor="t">
            <a:spAutoFit/>
          </a:bodyPr>
          <a:lstStyle/>
          <a:p>
            <a:pPr algn="l"/>
            <a:r>
              <a:rPr sz="1300" b="0" i="1">
                <a:solidFill>
                  <a:srgbClr val="3B3678"/>
                </a:solidFill>
                <a:latin typeface="Open Sans"/>
              </a:rPr>
              <a:t>Scope: every client contract SGH Asia sells, where it acts as Data Processor (Law 91/2025/QH15).</a:t>
            </a:r>
          </a:p>
        </p:txBody>
      </p:sp>
      <p:sp>
        <p:nvSpPr>
          <p:cNvPr id="4" name="Card"/>
          <p:cNvSpPr/>
          <p:nvPr/>
        </p:nvSpPr>
        <p:spPr>
          <a:xfrm>
            <a:off x="621792" y="1371600"/>
            <a:ext cx="3703320" cy="1280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5" name="Pill"/>
          <p:cNvSpPr/>
          <p:nvPr/>
        </p:nvSpPr>
        <p:spPr>
          <a:xfrm>
            <a:off x="804672" y="1536192"/>
            <a:ext cx="1143000" cy="274320"/>
          </a:xfrm>
          <a:prstGeom prst="roundRect">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Open Sans"/>
              </a:rPr>
              <a:t>No DPA</a:t>
            </a:r>
          </a:p>
        </p:txBody>
      </p:sp>
      <p:sp>
        <p:nvSpPr>
          <p:cNvPr id="6" name="Card title"/>
          <p:cNvSpPr txBox="1"/>
          <p:nvPr/>
        </p:nvSpPr>
        <p:spPr>
          <a:xfrm>
            <a:off x="2029968" y="1536192"/>
            <a:ext cx="2240280" cy="274320"/>
          </a:xfrm>
          <a:prstGeom prst="rect">
            <a:avLst/>
          </a:prstGeom>
          <a:noFill/>
        </p:spPr>
        <p:txBody>
          <a:bodyPr wrap="square" lIns="0" rIns="0" tIns="0" bIns="0" anchor="ctr">
            <a:spAutoFit/>
          </a:bodyPr>
          <a:lstStyle/>
          <a:p>
            <a:pPr algn="l"/>
            <a:r>
              <a:rPr sz="1200" b="1" i="0">
                <a:solidFill>
                  <a:srgbClr val="3B3678"/>
                </a:solidFill>
                <a:latin typeface="Open Sans"/>
              </a:rPr>
              <a:t>Signatory &amp; team names</a:t>
            </a:r>
          </a:p>
        </p:txBody>
      </p:sp>
      <p:sp>
        <p:nvSpPr>
          <p:cNvPr id="7" name="Card body"/>
          <p:cNvSpPr txBox="1"/>
          <p:nvPr/>
        </p:nvSpPr>
        <p:spPr>
          <a:xfrm>
            <a:off x="804672" y="1938528"/>
            <a:ext cx="3337560" cy="640080"/>
          </a:xfrm>
          <a:prstGeom prst="rect">
            <a:avLst/>
          </a:prstGeom>
          <a:noFill/>
        </p:spPr>
        <p:txBody>
          <a:bodyPr wrap="square" lIns="0" rIns="0" tIns="0" bIns="0" anchor="t">
            <a:spAutoFit/>
          </a:bodyPr>
          <a:lstStyle/>
          <a:p>
            <a:pPr algn="l"/>
            <a:r>
              <a:rPr sz="1100" b="0" i="0">
                <a:solidFill>
                  <a:srgbClr val="3B3678"/>
                </a:solidFill>
                <a:latin typeface="Open Sans"/>
              </a:rPr>
              <a:t>Name, title, signature, email, phone: personal data, but used only to form the contract. </a:t>
            </a:r>
            <a:r>
              <a:rPr sz="1100" b="1" i="0">
                <a:solidFill>
                  <a:srgbClr val="3B3678"/>
                </a:solidFill>
                <a:latin typeface="Open Sans"/>
              </a:rPr>
              <a:t>Art. 19.1(d): no consent; Art. 37 not triggered.</a:t>
            </a:r>
          </a:p>
        </p:txBody>
      </p:sp>
      <p:sp>
        <p:nvSpPr>
          <p:cNvPr id="8" name="Card"/>
          <p:cNvSpPr/>
          <p:nvPr/>
        </p:nvSpPr>
        <p:spPr>
          <a:xfrm>
            <a:off x="621792" y="2788920"/>
            <a:ext cx="3703320" cy="13258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p>
        </p:txBody>
      </p:sp>
      <p:sp>
        <p:nvSpPr>
          <p:cNvPr id="9" name="Pill"/>
          <p:cNvSpPr/>
          <p:nvPr/>
        </p:nvSpPr>
        <p:spPr>
          <a:xfrm>
            <a:off x="804672" y="2953512"/>
            <a:ext cx="1143000" cy="274320"/>
          </a:xfrm>
          <a:prstGeom prst="roundRect">
            <a:avLst/>
          </a:prstGeom>
          <a:solidFill>
            <a:srgbClr val="D98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Open Sans"/>
              </a:rPr>
              <a:t>DPA required</a:t>
            </a:r>
          </a:p>
        </p:txBody>
      </p:sp>
      <p:sp>
        <p:nvSpPr>
          <p:cNvPr id="10" name="Card title"/>
          <p:cNvSpPr txBox="1"/>
          <p:nvPr/>
        </p:nvSpPr>
        <p:spPr>
          <a:xfrm>
            <a:off x="2029968" y="2953512"/>
            <a:ext cx="2240280" cy="274320"/>
          </a:xfrm>
          <a:prstGeom prst="rect">
            <a:avLst/>
          </a:prstGeom>
          <a:noFill/>
        </p:spPr>
        <p:txBody>
          <a:bodyPr wrap="square" lIns="0" rIns="0" tIns="0" bIns="0" anchor="ctr">
            <a:spAutoFit/>
          </a:bodyPr>
          <a:lstStyle/>
          <a:p>
            <a:pPr algn="l"/>
            <a:r>
              <a:rPr sz="1200" b="1" i="0">
                <a:solidFill>
                  <a:srgbClr val="3B3678"/>
                </a:solidFill>
                <a:latin typeface="Open Sans"/>
              </a:rPr>
              <a:t>Data in client systems</a:t>
            </a:r>
          </a:p>
        </p:txBody>
      </p:sp>
      <p:sp>
        <p:nvSpPr>
          <p:cNvPr id="11" name="Card body"/>
          <p:cNvSpPr txBox="1"/>
          <p:nvPr/>
        </p:nvSpPr>
        <p:spPr>
          <a:xfrm>
            <a:off x="804672" y="3355848"/>
            <a:ext cx="3337560" cy="685800"/>
          </a:xfrm>
          <a:prstGeom prst="rect">
            <a:avLst/>
          </a:prstGeom>
          <a:noFill/>
        </p:spPr>
        <p:txBody>
          <a:bodyPr wrap="square" lIns="0" rIns="0" tIns="0" bIns="0" anchor="t">
            <a:spAutoFit/>
          </a:bodyPr>
          <a:lstStyle/>
          <a:p>
            <a:pPr algn="l"/>
            <a:r>
              <a:rPr sz="1100" b="0" i="0">
                <a:solidFill>
                  <a:srgbClr val="3B3678"/>
                </a:solidFill>
                <a:latin typeface="Open Sans"/>
              </a:rPr>
              <a:t>SGH Asia sees client data while delivering (HR, payroll, customers in Odoo). Agreement needed before access. </a:t>
            </a:r>
            <a:r>
              <a:rPr sz="1100" b="1" i="0">
                <a:solidFill>
                  <a:srgbClr val="3B3678"/>
                </a:solidFill>
                <a:latin typeface="Open Sans"/>
              </a:rPr>
              <a:t>Art. 2.8, 37.2(a).</a:t>
            </a:r>
          </a:p>
        </p:txBody>
      </p:sp>
      <p:sp>
        <p:nvSpPr>
          <p:cNvPr id="12" name="Checklist header"/>
          <p:cNvSpPr txBox="1"/>
          <p:nvPr/>
        </p:nvSpPr>
        <p:spPr>
          <a:xfrm>
            <a:off x="4572000" y="1371600"/>
            <a:ext cx="3931920" cy="274320"/>
          </a:xfrm>
          <a:prstGeom prst="rect">
            <a:avLst/>
          </a:prstGeom>
          <a:noFill/>
        </p:spPr>
        <p:txBody>
          <a:bodyPr wrap="square" lIns="0" rIns="0" tIns="0" bIns="0" anchor="t">
            <a:spAutoFit/>
          </a:bodyPr>
          <a:lstStyle/>
          <a:p>
            <a:pPr algn="l"/>
            <a:r>
              <a:rPr sz="1400" b="1" i="0">
                <a:solidFill>
                  <a:srgbClr val="3B3678"/>
                </a:solidFill>
                <a:latin typeface="Open Sans"/>
              </a:rPr>
              <a:t>DPA minimum content</a:t>
            </a:r>
          </a:p>
        </p:txBody>
      </p:sp>
      <p:sp>
        <p:nvSpPr>
          <p:cNvPr id="13" name="Checklist source"/>
          <p:cNvSpPr txBox="1"/>
          <p:nvPr/>
        </p:nvSpPr>
        <p:spPr>
          <a:xfrm>
            <a:off x="4572000" y="1645920"/>
            <a:ext cx="3931920" cy="201168"/>
          </a:xfrm>
          <a:prstGeom prst="rect">
            <a:avLst/>
          </a:prstGeom>
          <a:noFill/>
        </p:spPr>
        <p:txBody>
          <a:bodyPr wrap="square" lIns="0" rIns="0" tIns="0" bIns="0" anchor="t">
            <a:spAutoFit/>
          </a:bodyPr>
          <a:lstStyle/>
          <a:p>
            <a:pPr algn="l"/>
            <a:r>
              <a:rPr sz="1000" b="0" i="1">
                <a:solidFill>
                  <a:srgbClr val="3B3678"/>
                </a:solidFill>
                <a:latin typeface="Open Sans"/>
              </a:rPr>
              <a:t>Decree 356/2025/NĐ-CP, Art. 7</a:t>
            </a:r>
          </a:p>
        </p:txBody>
      </p:sp>
      <p:sp>
        <p:nvSpPr>
          <p:cNvPr id="14" name="Item mark"/>
          <p:cNvSpPr/>
          <p:nvPr/>
        </p:nvSpPr>
        <p:spPr>
          <a:xfrm>
            <a:off x="4572000" y="193852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a</a:t>
            </a:r>
          </a:p>
        </p:txBody>
      </p:sp>
      <p:sp>
        <p:nvSpPr>
          <p:cNvPr id="15" name="Item text"/>
          <p:cNvSpPr txBox="1"/>
          <p:nvPr/>
        </p:nvSpPr>
        <p:spPr>
          <a:xfrm>
            <a:off x="4937760" y="193852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Purpose of access</a:t>
            </a:r>
          </a:p>
        </p:txBody>
      </p:sp>
      <p:sp>
        <p:nvSpPr>
          <p:cNvPr id="16" name="Item mark"/>
          <p:cNvSpPr/>
          <p:nvPr/>
        </p:nvSpPr>
        <p:spPr>
          <a:xfrm>
            <a:off x="4572000" y="225856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b</a:t>
            </a:r>
          </a:p>
        </p:txBody>
      </p:sp>
      <p:sp>
        <p:nvSpPr>
          <p:cNvPr id="17" name="Item text"/>
          <p:cNvSpPr txBox="1"/>
          <p:nvPr/>
        </p:nvSpPr>
        <p:spPr>
          <a:xfrm>
            <a:off x="4937760" y="225856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Data types and data subjects</a:t>
            </a:r>
          </a:p>
        </p:txBody>
      </p:sp>
      <p:sp>
        <p:nvSpPr>
          <p:cNvPr id="18" name="Item mark"/>
          <p:cNvSpPr/>
          <p:nvPr/>
        </p:nvSpPr>
        <p:spPr>
          <a:xfrm>
            <a:off x="4572000" y="257860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c</a:t>
            </a:r>
          </a:p>
        </p:txBody>
      </p:sp>
      <p:sp>
        <p:nvSpPr>
          <p:cNvPr id="19" name="Item text"/>
          <p:cNvSpPr txBox="1"/>
          <p:nvPr/>
        </p:nvSpPr>
        <p:spPr>
          <a:xfrm>
            <a:off x="4937760" y="257860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Processing period; delete after project</a:t>
            </a:r>
          </a:p>
        </p:txBody>
      </p:sp>
      <p:sp>
        <p:nvSpPr>
          <p:cNvPr id="20" name="Item mark"/>
          <p:cNvSpPr/>
          <p:nvPr/>
        </p:nvSpPr>
        <p:spPr>
          <a:xfrm>
            <a:off x="4572000" y="289864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d</a:t>
            </a:r>
          </a:p>
        </p:txBody>
      </p:sp>
      <p:sp>
        <p:nvSpPr>
          <p:cNvPr id="21" name="Item text"/>
          <p:cNvSpPr txBox="1"/>
          <p:nvPr/>
        </p:nvSpPr>
        <p:spPr>
          <a:xfrm>
            <a:off x="4937760" y="289864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Legal basis</a:t>
            </a:r>
          </a:p>
        </p:txBody>
      </p:sp>
      <p:sp>
        <p:nvSpPr>
          <p:cNvPr id="22" name="Item mark"/>
          <p:cNvSpPr/>
          <p:nvPr/>
        </p:nvSpPr>
        <p:spPr>
          <a:xfrm>
            <a:off x="4572000" y="321868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đ</a:t>
            </a:r>
          </a:p>
        </p:txBody>
      </p:sp>
      <p:sp>
        <p:nvSpPr>
          <p:cNvPr id="23" name="Item text"/>
          <p:cNvSpPr txBox="1"/>
          <p:nvPr/>
        </p:nvSpPr>
        <p:spPr>
          <a:xfrm>
            <a:off x="4937760" y="321868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Data protection duties</a:t>
            </a:r>
          </a:p>
        </p:txBody>
      </p:sp>
      <p:sp>
        <p:nvSpPr>
          <p:cNvPr id="24" name="Item mark"/>
          <p:cNvSpPr/>
          <p:nvPr/>
        </p:nvSpPr>
        <p:spPr>
          <a:xfrm>
            <a:off x="4572000" y="353872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e</a:t>
            </a:r>
          </a:p>
        </p:txBody>
      </p:sp>
      <p:sp>
        <p:nvSpPr>
          <p:cNvPr id="25" name="Item text"/>
          <p:cNvSpPr txBox="1"/>
          <p:nvPr/>
        </p:nvSpPr>
        <p:spPr>
          <a:xfrm>
            <a:off x="4937760" y="353872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Data subject rights handling</a:t>
            </a:r>
          </a:p>
        </p:txBody>
      </p:sp>
      <p:sp>
        <p:nvSpPr>
          <p:cNvPr id="26" name="Item mark"/>
          <p:cNvSpPr/>
          <p:nvPr/>
        </p:nvSpPr>
        <p:spPr>
          <a:xfrm>
            <a:off x="4572000" y="3858768"/>
            <a:ext cx="256032" cy="256032"/>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FFFFFF"/>
                </a:solidFill>
                <a:latin typeface="Open Sans"/>
              </a:rPr>
              <a:t>g</a:t>
            </a:r>
          </a:p>
        </p:txBody>
      </p:sp>
      <p:sp>
        <p:nvSpPr>
          <p:cNvPr id="27" name="Item text"/>
          <p:cNvSpPr txBox="1"/>
          <p:nvPr/>
        </p:nvSpPr>
        <p:spPr>
          <a:xfrm>
            <a:off x="4937760" y="3858768"/>
            <a:ext cx="3566160" cy="256032"/>
          </a:xfrm>
          <a:prstGeom prst="rect">
            <a:avLst/>
          </a:prstGeom>
          <a:noFill/>
        </p:spPr>
        <p:txBody>
          <a:bodyPr wrap="square" lIns="0" rIns="0" tIns="0" bIns="0" anchor="ctr">
            <a:spAutoFit/>
          </a:bodyPr>
          <a:lstStyle/>
          <a:p>
            <a:pPr algn="l"/>
            <a:r>
              <a:rPr sz="1200" b="0" i="0">
                <a:solidFill>
                  <a:srgbClr val="3B3678"/>
                </a:solidFill>
                <a:latin typeface="Open Sans"/>
              </a:rPr>
              <a:t>Breach cooperation (72 h, Art. 23)</a:t>
            </a:r>
          </a:p>
        </p:txBody>
      </p:sp>
      <p:sp>
        <p:nvSpPr>
          <p:cNvPr id="28" name="Needs header"/>
          <p:cNvSpPr txBox="1"/>
          <p:nvPr/>
        </p:nvSpPr>
        <p:spPr>
          <a:xfrm>
            <a:off x="621792" y="4315968"/>
            <a:ext cx="1828800" cy="365760"/>
          </a:xfrm>
          <a:prstGeom prst="rect">
            <a:avLst/>
          </a:prstGeom>
          <a:noFill/>
        </p:spPr>
        <p:txBody>
          <a:bodyPr wrap="square" lIns="0" rIns="0" tIns="0" bIns="0" anchor="ctr">
            <a:spAutoFit/>
          </a:bodyPr>
          <a:lstStyle/>
          <a:p>
            <a:pPr algn="l"/>
            <a:r>
              <a:rPr sz="1300" b="1" i="0">
                <a:solidFill>
                  <a:srgbClr val="3B3678"/>
                </a:solidFill>
                <a:latin typeface="Open Sans"/>
              </a:rPr>
              <a:t>Needed from you</a:t>
            </a:r>
          </a:p>
        </p:txBody>
      </p:sp>
      <p:sp>
        <p:nvSpPr>
          <p:cNvPr id="29" name="Need mark"/>
          <p:cNvSpPr/>
          <p:nvPr/>
        </p:nvSpPr>
        <p:spPr>
          <a:xfrm>
            <a:off x="2331720" y="4361688"/>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Open Sans"/>
              </a:rPr>
              <a:t>1</a:t>
            </a:r>
          </a:p>
        </p:txBody>
      </p:sp>
      <p:sp>
        <p:nvSpPr>
          <p:cNvPr id="30" name="Need text"/>
          <p:cNvSpPr txBox="1"/>
          <p:nvPr/>
        </p:nvSpPr>
        <p:spPr>
          <a:xfrm>
            <a:off x="2697479" y="4315968"/>
            <a:ext cx="1691640" cy="365760"/>
          </a:xfrm>
          <a:prstGeom prst="rect">
            <a:avLst/>
          </a:prstGeom>
          <a:noFill/>
        </p:spPr>
        <p:txBody>
          <a:bodyPr wrap="square" lIns="0" rIns="0" tIns="0" bIns="0" anchor="ctr">
            <a:spAutoFit/>
          </a:bodyPr>
          <a:lstStyle/>
          <a:p>
            <a:pPr algn="l"/>
            <a:r>
              <a:rPr sz="1100" b="0" i="0">
                <a:solidFill>
                  <a:srgbClr val="3B3678"/>
                </a:solidFill>
                <a:latin typeface="Open Sans"/>
              </a:rPr>
              <a:t>Odoo contract template</a:t>
            </a:r>
          </a:p>
        </p:txBody>
      </p:sp>
      <p:sp>
        <p:nvSpPr>
          <p:cNvPr id="31" name="Need mark"/>
          <p:cNvSpPr/>
          <p:nvPr/>
        </p:nvSpPr>
        <p:spPr>
          <a:xfrm>
            <a:off x="4434840" y="4361688"/>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Open Sans"/>
              </a:rPr>
              <a:t>2</a:t>
            </a:r>
          </a:p>
        </p:txBody>
      </p:sp>
      <p:sp>
        <p:nvSpPr>
          <p:cNvPr id="32" name="Need text"/>
          <p:cNvSpPr txBox="1"/>
          <p:nvPr/>
        </p:nvSpPr>
        <p:spPr>
          <a:xfrm>
            <a:off x="4800600" y="4315968"/>
            <a:ext cx="1691640" cy="365760"/>
          </a:xfrm>
          <a:prstGeom prst="rect">
            <a:avLst/>
          </a:prstGeom>
          <a:noFill/>
        </p:spPr>
        <p:txBody>
          <a:bodyPr wrap="square" lIns="0" rIns="0" tIns="0" bIns="0" anchor="ctr">
            <a:spAutoFit/>
          </a:bodyPr>
          <a:lstStyle/>
          <a:p>
            <a:pPr algn="l"/>
            <a:r>
              <a:rPr sz="1100" b="0" i="0">
                <a:solidFill>
                  <a:srgbClr val="3B3678"/>
                </a:solidFill>
                <a:latin typeface="Open Sans"/>
              </a:rPr>
              <a:t>ISO / AI advisory template</a:t>
            </a:r>
          </a:p>
        </p:txBody>
      </p:sp>
      <p:sp>
        <p:nvSpPr>
          <p:cNvPr id="33" name="Need mark"/>
          <p:cNvSpPr/>
          <p:nvPr/>
        </p:nvSpPr>
        <p:spPr>
          <a:xfrm>
            <a:off x="6537959" y="4361688"/>
            <a:ext cx="274320" cy="274320"/>
          </a:xfrm>
          <a:prstGeom prst="ellipse">
            <a:avLst/>
          </a:prstGeom>
          <a:solidFill>
            <a:srgbClr val="3FB1A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FFFF"/>
                </a:solidFill>
                <a:latin typeface="Open Sans"/>
              </a:rPr>
              <a:t>3</a:t>
            </a:r>
          </a:p>
        </p:txBody>
      </p:sp>
      <p:sp>
        <p:nvSpPr>
          <p:cNvPr id="34" name="Need text"/>
          <p:cNvSpPr txBox="1"/>
          <p:nvPr/>
        </p:nvSpPr>
        <p:spPr>
          <a:xfrm>
            <a:off x="6903720" y="4315968"/>
            <a:ext cx="1691640" cy="365760"/>
          </a:xfrm>
          <a:prstGeom prst="rect">
            <a:avLst/>
          </a:prstGeom>
          <a:noFill/>
        </p:spPr>
        <p:txBody>
          <a:bodyPr wrap="square" lIns="0" rIns="0" tIns="0" bIns="0" anchor="ctr">
            <a:spAutoFit/>
          </a:bodyPr>
          <a:lstStyle/>
          <a:p>
            <a:pPr algn="l"/>
            <a:r>
              <a:rPr sz="1100" b="0" i="0">
                <a:solidFill>
                  <a:srgbClr val="3B3678"/>
                </a:solidFill>
                <a:latin typeface="Open Sans"/>
              </a:rPr>
              <a:t>Live or test data?</a:t>
            </a:r>
          </a:p>
        </p:txBody>
      </p:sp>
    </p:spTree>
  </p:cSld>
  <p:clrMapOvr>
    <a:masterClrMapping/>
  </p:clrMapOvr>
</p:sld>
</file>

<file path=ppt/theme/theme1.xml><?xml version="1.0" encoding="utf-8"?>
<a:theme xmlns:a="http://schemas.openxmlformats.org/drawingml/2006/main" name="Office-Design [1785474042749]">
  <a:themeElements>
    <a:clrScheme name="Office-Design">
      <a:dk1>
        <a:srgbClr val="1D1E23"/>
      </a:dk1>
      <a:lt1>
        <a:srgbClr val="F3F3F3"/>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Design">
  <a:themeElements>
    <a:clrScheme name="Office-Design">
      <a:dk1>
        <a:srgbClr val="1D1E23"/>
      </a:dk1>
      <a:lt1>
        <a:srgbClr val="F3F3F3"/>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Design">
  <a:themeElements>
    <a:clrScheme name="Office-Design">
      <a:dk1>
        <a:srgbClr val="000000"/>
      </a:dk1>
      <a:lt1>
        <a:srgbClr val="FFFFFF"/>
      </a:lt1>
      <a:dk2>
        <a:srgbClr val="A7A7A7"/>
      </a:dk2>
      <a:lt2>
        <a:srgbClr val="535353"/>
      </a:lt2>
      <a:accent1>
        <a:srgbClr val="2CBE9A"/>
      </a:accent1>
      <a:accent2>
        <a:srgbClr val="8E9ED1"/>
      </a:accent2>
      <a:accent3>
        <a:srgbClr val="196A56"/>
      </a:accent3>
      <a:accent4>
        <a:srgbClr val="135242"/>
      </a:accent4>
      <a:accent5>
        <a:srgbClr val="0D392E"/>
      </a:accent5>
      <a:accent6>
        <a:srgbClr val="07201A"/>
      </a:accent6>
      <a:hlink>
        <a:srgbClr val="0000FF"/>
      </a:hlink>
      <a:folHlink>
        <a:srgbClr val="FF00FF"/>
      </a:folHlink>
    </a:clrScheme>
    <a:fontScheme name="Office-Design">
      <a:majorFont>
        <a:latin typeface="Helvetica"/>
        <a:ea typeface="Helvetica"/>
        <a:cs typeface="Helvetica"/>
      </a:majorFont>
      <a:minorFont>
        <a:latin typeface="Calibri"/>
        <a:ea typeface="Calibri"/>
        <a:cs typeface="Calibri"/>
      </a:minorFont>
    </a:fontScheme>
    <a:fmtScheme name="Offic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3F3F3"/>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D1E23"/>
            </a:solidFill>
            <a:effectLst/>
            <a:uFillTx/>
            <a:latin typeface="Century Gothic"/>
            <a:ea typeface="Century Gothic"/>
            <a:cs typeface="Century Gothic"/>
            <a:sym typeface="Century Gothic"/>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4D64FE-7E0F-4DA4-BE29-48850A53A6A5}">
  <we:reference id="WA200010001" version="1.0.0.1" store="Omex" storeType="OMEX"/>
  <we:alternateReferences>
    <we:reference id="WA200010001" version="1.0.0.1" store="WA200010001" storeType="OMEX"/>
  </we:alternateReferences>
  <we:properties>
    <we:property name="claude.fileId" value="&quot;ee4aa688-273b-47ea-8fa0-72448550ebf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63139cc-e737-45a1-a6fa-7f795a019ca8" xsi:nil="true"/>
    <PersonorGroup xmlns="9c04146f-2111-426b-898f-cd95fe9ba01a">
      <UserInfo>
        <DisplayName/>
        <AccountId xsi:nil="true"/>
        <AccountType/>
      </UserInfo>
    </PersonorGroup>
    <lcf76f155ced4ddcb4097134ff3c332f xmlns="9c04146f-2111-426b-898f-cd95fe9ba0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ài liệu" ma:contentTypeID="0x0101007BBE3561B3C54741B60DE2B33D507E08" ma:contentTypeVersion="19" ma:contentTypeDescription="Tạo tài liệu mới." ma:contentTypeScope="" ma:versionID="795a078cf0f620a2a16b285326b79686">
  <xsd:schema xmlns:xsd="http://www.w3.org/2001/XMLSchema" xmlns:xs="http://www.w3.org/2001/XMLSchema" xmlns:p="http://schemas.microsoft.com/office/2006/metadata/properties" xmlns:ns2="663139cc-e737-45a1-a6fa-7f795a019ca8" xmlns:ns3="9c04146f-2111-426b-898f-cd95fe9ba01a" targetNamespace="http://schemas.microsoft.com/office/2006/metadata/properties" ma:root="true" ma:fieldsID="59601f184b926582e016404db0e52049" ns2:_="" ns3:_="">
    <xsd:import namespace="663139cc-e737-45a1-a6fa-7f795a019ca8"/>
    <xsd:import namespace="9c04146f-2111-426b-898f-cd95fe9ba01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PersonorGroup"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3139cc-e737-45a1-a6fa-7f795a019ca8" elementFormDefault="qualified">
    <xsd:import namespace="http://schemas.microsoft.com/office/2006/documentManagement/types"/>
    <xsd:import namespace="http://schemas.microsoft.com/office/infopath/2007/PartnerControls"/>
    <xsd:element name="SharedWithUsers" ma:index="8"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hia sẻ Có Chi tiết" ma:internalName="SharedWithDetails" ma:readOnly="true">
      <xsd:simpleType>
        <xsd:restriction base="dms:Note">
          <xsd:maxLength value="255"/>
        </xsd:restriction>
      </xsd:simpleType>
    </xsd:element>
    <xsd:element name="TaxCatchAll" ma:index="24" nillable="true" ma:displayName="Taxonomy Catch All Column" ma:hidden="true" ma:list="{5c7e9638-eed0-482f-9330-13bba9644b76}" ma:internalName="TaxCatchAll" ma:showField="CatchAllData" ma:web="663139cc-e737-45a1-a6fa-7f795a019ca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c04146f-2111-426b-898f-cd95fe9ba01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PersonorGroup" ma:index="20" nillable="true" ma:displayName="Person or Group" ma:format="Dropdown" ma:list="UserInfo" ma:SharePointGroup="0" ma:internalName="PersonorGroup">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Thẻ Hình ảnh" ma:readOnly="false" ma:fieldId="{5cf76f15-5ced-4ddc-b409-7134ff3c332f}" ma:taxonomyMulti="true" ma:sspId="e021e5a0-84a4-4b81-bf0e-ab9933ea469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713963-8E69-49D5-A9F6-179FAAC0DEC5}">
  <ds:schemaRefs>
    <ds:schemaRef ds:uri="663139cc-e737-45a1-a6fa-7f795a019ca8"/>
    <ds:schemaRef ds:uri="9c04146f-2111-426b-898f-cd95fe9ba0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8DF7108-AC4E-43E5-85F3-8FDCD959D4CD}">
  <ds:schemaRefs>
    <ds:schemaRef ds:uri="http://schemas.microsoft.com/sharepoint/v3/contenttype/forms"/>
  </ds:schemaRefs>
</ds:datastoreItem>
</file>

<file path=customXml/itemProps3.xml><?xml version="1.0" encoding="utf-8"?>
<ds:datastoreItem xmlns:ds="http://schemas.openxmlformats.org/officeDocument/2006/customXml" ds:itemID="{742DC39A-247C-40C3-AF46-76B4784CFA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3139cc-e737-45a1-a6fa-7f795a019ca8"/>
    <ds:schemaRef ds:uri="9c04146f-2111-426b-898f-cd95fe9ba0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1451</TotalTime>
  <Words>839</Words>
  <Application>Microsoft Office PowerPoint</Application>
  <PresentationFormat>On-screen Show (16:9)</PresentationFormat>
  <Paragraphs>130</Paragraphs>
  <Slides>14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Calibri</vt:lpstr>
      <vt:lpstr>Century Gothic</vt:lpstr>
      <vt:lpstr>CooperHewitt-Light</vt:lpstr>
      <vt:lpstr>Montserrat Thin Regular</vt:lpstr>
      <vt:lpstr>Open Sans</vt:lpstr>
      <vt:lpstr>PT Sans</vt:lpstr>
      <vt:lpstr>Office-Design [1785474042749]</vt:lpstr>
      <vt:lpstr>Office-Design</vt:lpstr>
      <vt:lpstr>PowerPoint Presentation</vt:lpstr>
      <vt:lpstr>PowerPoint Presentation</vt:lpstr>
      <vt:lpstr>PowerPoint Presentation</vt:lpstr>
      <vt:lpstr>How It Came to Be</vt:lpstr>
      <vt:lpstr>The Numbers Behind the Speed</vt:lpstr>
      <vt:lpstr>PowerPoint Presentation</vt:lpstr>
      <vt:lpstr>AI as a Digital Partner — the Working Rhythm</vt:lpstr>
      <vt:lpstr>Same Discipline, Smaller Team</vt:lpstr>
      <vt:lpstr>Case Example: 26-29 July</vt:lpstr>
      <vt:lpstr>PowerPoint Presentation</vt:lpstr>
      <vt:lpstr>Where to Look, How to Read It</vt:lpstr>
      <vt:lpstr>How This Aligns With the Three Pillars</vt:lpstr>
      <vt:lpstr>PowerPoint Presentation</vt:lpstr>
      <vt:lpstr>Status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Tỉnh Xỉn</dc:creator>
  <cp:lastModifiedBy>Phuc Tran</cp:lastModifiedBy>
  <cp:revision>26</cp:revision>
  <dcterms:modified xsi:type="dcterms:W3CDTF">2026-07-31T07:20:48Z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0x0101007BBE3561B3C54741B60DE2B33D507E08</vt:lpwstr>
  </property>
  <property fmtid="{D5CDD505-2E9C-101B-9397-08002B2CF9AE}" pid="3" name="MediaServiceImageTags">
    <vt:lpwstr/>
  </property>
</Properties>
</file>